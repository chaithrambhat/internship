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3" r:id="rId1"/>
  </p:sldMasterIdLst>
  <p:notesMasterIdLst>
    <p:notesMasterId r:id="rId19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9" r:id="rId9"/>
    <p:sldId id="282" r:id="rId10"/>
    <p:sldId id="283" r:id="rId11"/>
    <p:sldId id="284" r:id="rId12"/>
    <p:sldId id="285" r:id="rId13"/>
    <p:sldId id="287" r:id="rId14"/>
    <p:sldId id="286" r:id="rId15"/>
    <p:sldId id="280" r:id="rId16"/>
    <p:sldId id="281" r:id="rId17"/>
    <p:sldId id="288" r:id="rId1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2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6213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426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5692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4246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2701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4489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831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0600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2758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8348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0140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90444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6015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54180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1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78251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1548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880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06/03/2025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47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800100" y="413270"/>
            <a:ext cx="7543800" cy="20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Review - 3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7950" y="1670304"/>
            <a:ext cx="7688100" cy="31160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Chaithra M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No : 4MT23MC012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Master of Computer Applications 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: Mangalore Institute of Technology and Engineering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: Accelerlab solutions pvt. Ltd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: 10 weeks</a:t>
            </a:r>
            <a:br>
              <a:rPr lang="en-GB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guide: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Ms.Yogitha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guide: Mr. Krishnamurthy Bhat Kakunje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A42F-2409-D426-3901-1570096C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49" y="549824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Company Overview – Accelerlab Solutions Pvt. Ltd.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C1E7E60-61E9-3CB3-828C-016F2FFAD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680" y="1559616"/>
            <a:ext cx="701831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Founded: 2017 (initially as a freelance group)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Location: Moodbidri, Karnataka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Focus: Full-stack web development &amp; scalable tech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Mission: Deliver innovative, functional, and user-centric web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Services: Frontend, backend, UI/UX, version control,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deployment, and API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Strengths: Agile development, client-centric solutions, collaborative work culture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5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FCEC-A79B-A454-8FB6-17EBF1F4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28050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Internship Scope &amp; Learning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13A615-07F4-B446-E46C-555E7E599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680" y="1660926"/>
            <a:ext cx="7571232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End-to-end full stack web development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frameworks and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theoretical knowledge to real-world projects.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experience with HTML, CSS, JavaScript,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ReactJS, Node.js, MongoDB.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responsive, secure, and interactive web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RESTful APIs and integrate frontend-backend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161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210B-7263-F8DD-7FA6-2C5B4EFC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268324"/>
            <a:ext cx="7688700" cy="841147"/>
          </a:xfrm>
        </p:spPr>
        <p:txBody>
          <a:bodyPr>
            <a:normAutofit/>
          </a:bodyPr>
          <a:lstStyle/>
          <a:p>
            <a:r>
              <a:rPr lang="en-IN" b="1" dirty="0"/>
              <a:t>Technologies, Tools, and Frameworks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778EB9-4CC9-5B9E-D733-6741B47BA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7650" y="1542287"/>
            <a:ext cx="74209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Frontend: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HTML, CSS, Tailwind CSS, JavaScript, Bootstrap, ReactJS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Backend: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Node.js, Express.js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Database: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MongoDB Atlas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Tools: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Git, GitHub, Postman, 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Deployment &amp; API: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JWT for authentication, Axios for API integration</a:t>
            </a:r>
          </a:p>
        </p:txBody>
      </p:sp>
    </p:spTree>
    <p:extLst>
      <p:ext uri="{BB962C8B-B14F-4D97-AF65-F5344CB8AC3E}">
        <p14:creationId xmlns:p14="http://schemas.microsoft.com/office/powerpoint/2010/main" val="1372504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B2A7-25FA-CF65-527A-49027199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268325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Frontend Development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71894-F57D-09AB-6192-712D47C0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158240"/>
            <a:ext cx="7688700" cy="318173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Used </a:t>
            </a:r>
            <a:r>
              <a:rPr lang="en-US" sz="1600" b="1" dirty="0">
                <a:solidFill>
                  <a:schemeClr val="tx1"/>
                </a:solidFill>
                <a:latin typeface="+mj-lt"/>
              </a:rPr>
              <a:t>ReactJS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 for component-based architecture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Styled using </a:t>
            </a:r>
            <a:r>
              <a:rPr lang="en-US" sz="1600" b="1" dirty="0">
                <a:solidFill>
                  <a:schemeClr val="tx1"/>
                </a:solidFill>
                <a:latin typeface="+mj-lt"/>
              </a:rPr>
              <a:t>Tailwind CSS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 for utility-first rapid UI development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Designed with responsive principles (Flexbox, Grid, media queries)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Created dynamic forms and layouts with React state and props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Integrated React Router for smooth single-page navigation</a:t>
            </a:r>
          </a:p>
          <a:p>
            <a:endParaRPr lang="en-IN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3134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0DD0-9038-1CD8-9643-8CE6AF122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268325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Backend Development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05E29-6EFC-E7EF-3B28-83D1CBCD1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499616"/>
            <a:ext cx="7688700" cy="284035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Developed REST APIs using </a:t>
            </a:r>
            <a:r>
              <a:rPr lang="en-US" sz="1600" b="1" dirty="0">
                <a:solidFill>
                  <a:schemeClr val="tx1"/>
                </a:solidFill>
                <a:latin typeface="+mj-lt"/>
              </a:rPr>
              <a:t>Express.js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Managed schemas and CRUD operations with </a:t>
            </a:r>
            <a:r>
              <a:rPr lang="en-US" sz="1600" b="1" dirty="0">
                <a:solidFill>
                  <a:schemeClr val="tx1"/>
                </a:solidFill>
                <a:latin typeface="+mj-lt"/>
              </a:rPr>
              <a:t>MongoDB + Mongoose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Implemented authentication &amp; authorization with </a:t>
            </a:r>
            <a:r>
              <a:rPr lang="en-US" sz="1600" b="1" dirty="0">
                <a:solidFill>
                  <a:schemeClr val="tx1"/>
                </a:solidFill>
                <a:latin typeface="+mj-lt"/>
              </a:rPr>
              <a:t>JWT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Built secure endpoints for different user roles (Admin, Manager, Staff)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API Testing using Postman</a:t>
            </a:r>
          </a:p>
          <a:p>
            <a:endParaRPr lang="en-IN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950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DD0E-8A51-1B7D-CD49-64E2F436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268325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3D079A-6FFE-C68B-2D82-26EF7FF25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7650" y="1363717"/>
            <a:ext cx="761167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+mj-lt"/>
              </a:rPr>
              <a:t>Food Delivery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 (Main Project)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Multi-role system :(Admin, </a:t>
            </a:r>
            <a:r>
              <a:rPr lang="en-US" altLang="en-US" sz="1600" dirty="0">
                <a:solidFill>
                  <a:schemeClr val="tx1"/>
                </a:solidFill>
                <a:latin typeface="+mj-lt"/>
              </a:rPr>
              <a:t>Delivery Boy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User)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Modules: user authentication and registration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+mj-lt"/>
              </a:rPr>
              <a:t>          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restaurant, menu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+mj-lt"/>
              </a:rPr>
              <a:t>          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order</a:t>
            </a:r>
            <a:r>
              <a:rPr lang="en-US" altLang="en-US" sz="160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placement and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32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A148-8192-BF19-407B-4D9F60DD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94" y="451104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91316-5FDD-A484-1B86-591919AF7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394" y="1505851"/>
            <a:ext cx="7688700" cy="2261100"/>
          </a:xfrm>
        </p:spPr>
        <p:txBody>
          <a:bodyPr>
            <a:normAutofit fontScale="25000" lnSpcReduction="20000"/>
          </a:bodyPr>
          <a:lstStyle/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 JavaScript, HTML, CSS</a:t>
            </a:r>
          </a:p>
          <a:p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Development: Express, Node.js</a:t>
            </a:r>
          </a:p>
          <a:p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Frameworks/Libraries: React.js, Tailwind CSS, Bootstrap,</a:t>
            </a:r>
          </a:p>
          <a:p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IDEs: Visual Studio Code</a:t>
            </a:r>
          </a:p>
          <a:p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Databases: MongoDB</a:t>
            </a:r>
          </a:p>
          <a:p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Tools: GitHub</a:t>
            </a:r>
            <a:b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as API</a:t>
            </a:r>
            <a:b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30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B16B-FD0C-C1F7-D789-DC4E6FDB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21122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(Food delivery System)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6E5DDD-2835-3FE6-3BBC-CF10B243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45259" y="1231393"/>
            <a:ext cx="3253482" cy="32879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9CB382-58B5-6D81-DBF1-F09AFC9106C7}"/>
              </a:ext>
            </a:extLst>
          </p:cNvPr>
          <p:cNvSpPr txBox="1"/>
          <p:nvPr/>
        </p:nvSpPr>
        <p:spPr>
          <a:xfrm>
            <a:off x="1488558" y="4671237"/>
            <a:ext cx="6145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j-lt"/>
              </a:rPr>
              <a:t>Figure 1: Login Interface</a:t>
            </a:r>
            <a:endParaRPr lang="en-IN" sz="1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4170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E42FB-2750-DE28-3AB8-914CCD2A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4FDF-2832-591C-90D7-DDBD0DAB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21122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(FOOD DELIVERY SYSTEM)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1A5DB-C8E5-7FD0-3842-849AEAE1F091}"/>
              </a:ext>
            </a:extLst>
          </p:cNvPr>
          <p:cNvSpPr txBox="1"/>
          <p:nvPr/>
        </p:nvSpPr>
        <p:spPr>
          <a:xfrm>
            <a:off x="1488558" y="4671237"/>
            <a:ext cx="6145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j-lt"/>
              </a:rPr>
              <a:t>Figure 2: Home Page</a:t>
            </a:r>
            <a:endParaRPr lang="en-IN" sz="11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C5C76-564A-65D4-2C5B-22D077772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648" y="1225296"/>
            <a:ext cx="3641579" cy="321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5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4566F-F6F8-E6DD-8D1F-CAB9628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6512-9E51-38DA-4A08-88C7BC67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21122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(FOOD DELIVERY SYSTEM)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55A73-9B52-03C0-2750-6AA8072EB55A}"/>
              </a:ext>
            </a:extLst>
          </p:cNvPr>
          <p:cNvSpPr txBox="1"/>
          <p:nvPr/>
        </p:nvSpPr>
        <p:spPr>
          <a:xfrm>
            <a:off x="1347216" y="4671237"/>
            <a:ext cx="6286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j-lt"/>
              </a:rPr>
              <a:t>Figure 3: Add to cart page</a:t>
            </a:r>
            <a:endParaRPr lang="en-IN" sz="11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C33DC-3A68-896B-AB96-C81054727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78" y="1181862"/>
            <a:ext cx="6155011" cy="318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21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C9D65-6551-B134-56E6-B219AEDB9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3B64-24B6-558F-90EC-737D31C7F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21122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(FOOD DELIVERY SYSTEM)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A9CA7-5F07-E1F3-74AB-2AB5B8B10533}"/>
              </a:ext>
            </a:extLst>
          </p:cNvPr>
          <p:cNvSpPr txBox="1"/>
          <p:nvPr/>
        </p:nvSpPr>
        <p:spPr>
          <a:xfrm>
            <a:off x="1488558" y="4671237"/>
            <a:ext cx="6145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j-lt"/>
              </a:rPr>
              <a:t>Figure 4: Delivery Information page</a:t>
            </a:r>
            <a:endParaRPr lang="en-IN" sz="11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C9276-130B-05E2-A5BC-CF2333F3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12" y="1133856"/>
            <a:ext cx="4738600" cy="35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4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9F016-B930-782F-0BA1-B6EE1438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E379-F8CC-BBB0-DA5F-4BA03A90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21122"/>
            <a:ext cx="7688700" cy="45307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(FOOD DELIVERY SYSTEM)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AE8B8-0B69-161E-3D3D-F5B375F490B7}"/>
              </a:ext>
            </a:extLst>
          </p:cNvPr>
          <p:cNvSpPr txBox="1"/>
          <p:nvPr/>
        </p:nvSpPr>
        <p:spPr>
          <a:xfrm>
            <a:off x="1488558" y="4671237"/>
            <a:ext cx="6145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j-lt"/>
              </a:rPr>
              <a:t>Figure 5: Payment page</a:t>
            </a:r>
            <a:endParaRPr lang="en-IN" sz="11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61476-E4BF-1469-F98A-F1B0B077D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793" y="1072896"/>
            <a:ext cx="3488414" cy="347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8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0250-EDF6-699F-85A2-EBE25DE7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55E1-3F25-421F-DDF9-F04F4A6A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21122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(Inventory Management System)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789700-30BC-1AA2-4744-712C9A2A0CB2}"/>
              </a:ext>
            </a:extLst>
          </p:cNvPr>
          <p:cNvSpPr txBox="1"/>
          <p:nvPr/>
        </p:nvSpPr>
        <p:spPr>
          <a:xfrm>
            <a:off x="1488558" y="4671237"/>
            <a:ext cx="61456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j-lt"/>
              </a:rPr>
              <a:t>Figure 6: Delivery Status </a:t>
            </a:r>
            <a:endParaRPr lang="en-IN" sz="11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2B133-E71C-8BDC-E2C1-D1F192219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88" y="1054608"/>
            <a:ext cx="7431024" cy="35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61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BB41-22B0-E379-04DB-1CF18BA9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02" y="367823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Challenges and Problem-Solving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3B6EA8-AE11-7EC7-CB58-9C3FB91B6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7898" y="1804301"/>
            <a:ext cx="748820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Tailwind CSS: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Overcame steep learning curve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component practice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 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Secured backend routes using JWT; debugged using Postman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 Management: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Managed complex UI states using React hooks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Frontend-Backend Sync: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Axios &amp; Express middleware for seamless integration</a:t>
            </a:r>
          </a:p>
        </p:txBody>
      </p:sp>
    </p:spTree>
    <p:extLst>
      <p:ext uri="{BB962C8B-B14F-4D97-AF65-F5344CB8AC3E}">
        <p14:creationId xmlns:p14="http://schemas.microsoft.com/office/powerpoint/2010/main" val="201709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F31E-F257-EE31-7CAF-798ACAC5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397323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Results &amp;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93868F-1556-852B-DC6F-1B4B71D05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9450" y="1870597"/>
            <a:ext cx="71748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fully responsive frontend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Developed complete backend APIs with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Gained confidence in MERN stack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Delivered modules for real-world usage</a:t>
            </a:r>
          </a:p>
        </p:txBody>
      </p:sp>
    </p:spTree>
    <p:extLst>
      <p:ext uri="{BB962C8B-B14F-4D97-AF65-F5344CB8AC3E}">
        <p14:creationId xmlns:p14="http://schemas.microsoft.com/office/powerpoint/2010/main" val="404362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C2F0-BA67-5DDC-AD3B-93C09170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0" y="362686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122224-7B34-737C-FE75-F4A6714C8F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9450" y="2578483"/>
            <a:ext cx="8230138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bridged the gap between academic theory and industrial practice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full-stack development proficiency and professional confidence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001217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128</TotalTime>
  <Words>598</Words>
  <Application>Microsoft Office PowerPoint</Application>
  <PresentationFormat>On-screen Show (16:9)</PresentationFormat>
  <Paragraphs>122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Wingdings 3</vt:lpstr>
      <vt:lpstr>Century Gothic</vt:lpstr>
      <vt:lpstr>Times New Roman</vt:lpstr>
      <vt:lpstr>Arial</vt:lpstr>
      <vt:lpstr>Slice</vt:lpstr>
      <vt:lpstr>Internship Review - 3</vt:lpstr>
      <vt:lpstr>Company Overview – Accelerlab Solutions Pvt. Ltd.</vt:lpstr>
      <vt:lpstr>Internship Scope &amp; Learning Objectives</vt:lpstr>
      <vt:lpstr>Technologies, Tools, and Frameworks</vt:lpstr>
      <vt:lpstr>Frontend Development Approach</vt:lpstr>
      <vt:lpstr>Backend Development Approach</vt:lpstr>
      <vt:lpstr>Project Contributions</vt:lpstr>
      <vt:lpstr>Tools &amp; Technologies Used:</vt:lpstr>
      <vt:lpstr>Implementation (Food delivery System)</vt:lpstr>
      <vt:lpstr>Implementation (FOOD DELIVERY SYSTEM)</vt:lpstr>
      <vt:lpstr>Implementation (FOOD DELIVERY SYSTEM)</vt:lpstr>
      <vt:lpstr>Implementation (FOOD DELIVERY SYSTEM)</vt:lpstr>
      <vt:lpstr>Implementation (FOOD DELIVERY SYSTEM)</vt:lpstr>
      <vt:lpstr>Implementation (Inventory Management System)</vt:lpstr>
      <vt:lpstr>Challenges and Problem-Solving</vt:lpstr>
      <vt:lpstr>Results &amp; Outcomes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Chaithra M</cp:lastModifiedBy>
  <cp:revision>7</cp:revision>
  <dcterms:modified xsi:type="dcterms:W3CDTF">2025-06-03T02:27:18Z</dcterms:modified>
</cp:coreProperties>
</file>